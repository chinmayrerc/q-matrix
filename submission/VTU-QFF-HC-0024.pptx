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 code: VTU-QFF-HC-0024. Project: Q-matrix · Quantum Space. Public repository: https://github.com/vtu-qiskit-fall-fest-2026/vtu-hc-q-matrix. Live demo: https://chinmayrerc.github.io/q-matrix/.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 framing from the 176-topic curriculum audit and the 7-stage lesson design. No learner PII is collected; progress is local-first.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Metrics are counted from src/content/topics.generated.ts and src/lib/challenges.ts. Tests: 120 Vitest + 12 API + 15 Qiskit = 147.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simulator is implemented in TypeScript; the backend mirrors the same statevector contract in NumPy for API parity. NVIDIA model: nvidia/nemotron-3.5-lightning-30b-a3b.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Circuit rendered with Qiskit 2.5.2. Reference implementations live in qiskit_ref/ and are exercised by 15 pytest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Deployment: https://q-matrix.onrender.com (Docker) and https://chinmayrerc.github.io/q-matrix/ (static). The API key is never bundled in the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an actual Aer run with depolarising + readout error (seed 7). The right panel reports the repository's automated checks, not a projected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hypothesis: a browser-native, grounded lab removes the two biggest drop-off points we observed: environment setup and ungrounded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roadmap prioritises hardware-backed labs and classroom pilots; the current build is intentionally local-first and single-user.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Public repo: https://github.com/vtu-qiskit-fall-fest-2026/vtu-hc-q-matrix. Live demo: https://chinmayrerc.github.io/q-matrix/. API: https://q-matrix.onrender.com.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ChinmayRER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vtu-qiskit-fall-fest-2026/vtu-hc-q-matrix" TargetMode="External"/><Relationship Id="rId8" Type="http://schemas.openxmlformats.org/officeDocument/2006/relationships/hyperlink" Target="https://chinmayrerc.github.io/q-matrix/" TargetMode="External"/><Relationship Id="rId9" Type="http://schemas.openxmlformats.org/officeDocument/2006/relationships/hyperlink" Target="https://q-matrix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Q-matrix · Quantum Space</a:t>
            </a:r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E1B5B"/>
                </a:solidFill>
                <a:latin typeface="Calibri"/>
              </a:rPr>
              <a:t>Quantum Education &amp; Learning</a:t>
            </a:r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Q-matrix</a:t>
            </a:r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Chinmay R</a:t>
            </a:r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2E1B5B"/>
                </a:solidFill>
                <a:latin typeface="Calibri"/>
                <a:hlinkClick r:id="rId7"/>
              </a:rPr>
              <a:t>github.com/ChinmayRERC</a:t>
            </a:r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E1B5B"/>
                </a:solidFill>
                <a:latin typeface="Calibri"/>
              </a:rPr>
              <a:t>Chinmay R  ·  M Naveen  ·  Thulasi Ram M</a:t>
            </a:r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2E1B5B"/>
                </a:solidFill>
                <a:latin typeface="Calibri"/>
              </a:rPr>
              <a:t>Visvesvaraya Technological University</a:t>
            </a:r>
          </a:p>
        </p:txBody>
      </p:sp>
      <p:sp>
        <p:nvSpPr>
          <p:cNvPr id="17" name="Field: COUNTRY"/>
          <p:cNvSpPr/>
          <p:nvPr/>
        </p:nvSpPr>
        <p:spPr>
          <a:xfrm>
            <a:off x="640080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E1B5B"/>
                </a:solidFill>
                <a:latin typeface="Calibri"/>
              </a:rPr>
              <a:t>India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17136"/>
            <a:ext cx="4709160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850" b="1" i="0">
                <a:solidFill>
                  <a:srgbClr val="E8639F"/>
                </a:solidFill>
                <a:latin typeface="Calibri"/>
              </a:rPr>
              <a:t>TEAM CODE   VTU-QFF-HC-0024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THE GAP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Quantum courses explain amplitudes, but learners cannot see them; notebooks and cloud queues add friction before the first insight.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Generic AI tutors hallucinate circuits and cannot read the learner's live state or mistake.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Instructors receive completion ticks, not evidence of conceptual change.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WHO FEELS IT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Students in low-resource colleges without lab hardware or paid cloud credits.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Self-learners who stall between a video and a working Qiskit program.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Teachers who need a defensible mastery signal, not another quiz score.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DESIGN GOAL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One browser workspace: learn → build → simulate → export real Qiskit.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Grounded feedback from the circuit itself; every secret stays server-side.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OBJECTIVES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Make quantum literacy measurable: a 7-stage loop from intuition to Qiskit export.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Ground every tutor answer in the live circuit, simulator state and static analysis.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Give educators an auditable mastery trail: BKT posterior, gain and challenge record.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NOVELTY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Agent-reviewed content pipeline: deterministic analyzer + NVIDIA Nemotron tutor.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Challenge mode loads scaffolds, never solutions; Reset restores a clean start.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Browser-native density simulation with noise, mid-circuit measurement and feed-forward.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SCALE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176 topics · 20 domains · 8 learning paths · 13 circuit templates · 11 challenges.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147 automated checks, including 15 Qiskit 2.5.2 reference-algorithm tests.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WHAT WE BUILT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Q-matrix is the app, Quantum Space is the platform, Chinnu is the grounded tutor.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Learn → Compose → Practice → Galaxy → Progress: one continuous learning loop.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React SPA + FastAPI on Render; GitHub Pages demo; NVIDIA Nemotron 3.5 Lightning server-side.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QUANTUM ADVANTAGE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Real statevector/density simulation exposes superposition, interference, entanglement and measurement.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Noise and feed-forward are first-class: teleportation and mid-circuit correction run in-browser.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Every artifact is portable: OpenQASM 2.0, Qiskit, Cirq and PennyLane exports.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WHY NOW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Qiskit 2.5.2 maturity + browser compute + grounded LLMs = a real quantum classroom.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88152" y="1856231"/>
            <a:ext cx="2697480" cy="269748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69" b="1" i="0">
                <a:solidFill>
                  <a:srgbClr val="5B3BA8"/>
                </a:solidFill>
                <a:latin typeface="Calibri"/>
              </a:rPr>
              <a:t>ALGORITHM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GHZ: H(q0), CNOT(q0,q1), CNOT(q1,q2) → (|000⟩+|111⟩)/√2.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Each column is one simultaneous moment; gates in a column commute.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ENGINE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Statevector for ideal runs, density matrix for noise; measurement collapse + `if_test` feed-forward.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QASM parser reconstructs moments with per-qubit scheduling.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EVIDENCE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Bell/GHZ, Deutsch–Jozsa, Bernstein–Vazirani, Grover, QFT, QPE, teleportation, noisy Bell.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Web QFT matches QFTGate to 1e-12; Bell payload returns [0.5, 0, 0, 0.5].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Picture 25" descr="ghz_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493776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FRONTEND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React 19 + Vite + TypeScript; custom SVG circuit board with keyboard placement and ARIA labels.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Hash routing keeps GitHub Pages deep links working without rewrites.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QUANTUM CORE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TypeScript complex arithmetic; statevector and density simulation; QASM import/export.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13 templates; optimizer; static analyzer; Qiskit/Cirq/PennyLane exporters.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BACKEND &amp; INFRA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FastAPI proxy keeps NVIDIA_API_KEY server-side; deterministic fallback when offline.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Single-origin Docker service on Render; GitHub Actions deploys the static demo.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176-topic generated curriculum; BKT mastery and CSV/JSON educator export.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88152" y="1856231"/>
            <a:ext cx="2697480" cy="269748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69" b="1" i="0">
                <a:solidFill>
                  <a:srgbClr val="5B3BA8"/>
                </a:solidFill>
                <a:latin typeface="Calibri"/>
              </a:rPr>
              <a:t>WHAT THE DATA SHOWS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Ideal Bell: 4,095 / 4,097 counts for |00⟩ / |11⟩ in 8,192 shots.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Noise moves 7.7% of shots into |01⟩/|10⟩ and lowers purity; the UI surfaces entropy and concurrence.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VERIFICATION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120 Vitest + 12 API + 15 Qiskit = 147/147 passing.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QFT vs QFTGate: max error 1.2e-12; TypeScript strict; production build clean.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LIVE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API health: numpy-statevector + NVIDIA; tutor verified end-to-end on Pages.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Bell API returns [0.5, 0, 0, 0.5].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pic>
        <p:nvPicPr>
          <p:cNvPr id="26" name="Picture 25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493776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LEARNERS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Zero install, low bandwidth; first simulated circuit in under a minute.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Immediate, grounded feedback when a gate is misplaced or a state is separable.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EDUCATORS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Class-level mastery map, pretest/posttest, normalised gain and challenge record.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CSV/JSON export for spreadsheets or LMS import; no database required.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INSTITUTIONS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Low-cost quantum lab on existing laptops; no GPU or cloud queue.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Reproducible Qiskit artifacts bridge classroom work to real SDK workflows.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INDUSTRY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Faster onboarding for quantum software teams; a reusable simulator/analysis core.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WHAT IS HARD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Browser compute ceilings; density simulation is expensive beyond small registers.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Approximate noise models; LLM latency and provider availability.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Content authoring quality; multi-user persistence is not yet included.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HOW WE MITIGATE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Statevector cap + density path; deterministic fallback; server-side key; localStorage.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Content generator + agent review; explicit limitations in the README.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NEXT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Qiskit Runtime/hardware labs, adaptive BKT + spaced repetition, LMS/LTI integration.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WebGPU simulator, VQE/QAOA/Shor modules, multilingual Chinnu, classroom pilots.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2E1B5B"/>
                </a:solidFill>
                <a:latin typeface="Calibri"/>
                <a:hlinkClick r:id="rId7"/>
              </a:rPr>
              <a:t>vtu-qiskit-fall-fest-2026/vtu-hc-q-matrix</a:t>
            </a:r>
          </a:p>
        </p:txBody>
      </p:sp>
      <p:sp>
        <p:nvSpPr>
          <p:cNvPr id="6" name="Field: DEMO VIDEO LINK"/>
          <p:cNvSpPr/>
          <p:nvPr/>
        </p:nvSpPr>
        <p:spPr>
          <a:xfrm>
            <a:off x="283464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/ VIDEO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2E1B5B"/>
                </a:solidFill>
                <a:latin typeface="Calibri"/>
                <a:hlinkClick r:id="rId8"/>
              </a:rPr>
              <a:t>chinmayrerc.github.io/q-matrix</a:t>
            </a:r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968496"/>
            <a:ext cx="4937760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50"/>
              </a:spcAft>
            </a:pPr>
            <a:r>
              <a:rPr sz="800" b="0" i="0">
                <a:solidFill>
                  <a:srgbClr val="2E1B5B"/>
                </a:solidFill>
                <a:latin typeface="Calibri"/>
                <a:hlinkClick r:id="rId8"/>
              </a:rPr>
              <a:t>Live demo · https://chinmayrerc.github.io/q-matrix</a:t>
            </a:r>
          </a:p>
          <a:p>
            <a:pPr>
              <a:spcAft>
                <a:spcPts val="150"/>
              </a:spcAft>
            </a:pPr>
            <a:r>
              <a:rPr sz="800" b="0" i="0">
                <a:solidFill>
                  <a:srgbClr val="2E1B5B"/>
                </a:solidFill>
                <a:latin typeface="Calibri"/>
                <a:hlinkClick r:id="rId9"/>
              </a:rPr>
              <a:t>API · https://q-matrix.onrender.com</a:t>
            </a:r>
          </a:p>
          <a:p>
            <a:r>
              <a:rPr sz="800" b="1" i="0">
                <a:solidFill>
                  <a:srgbClr val="E8639F"/>
                </a:solidFill>
                <a:latin typeface="Calibri"/>
              </a:rPr>
              <a:t>Team code · VTU-QFF-HC-0024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Q-matrix · Quantum Space</dc:title>
  <cp:lastModifiedBy>python-pptx</cp:lastModifiedBy>
  <cp:revision>1</cp:revision>
  <dcterms:modified xsi:type="dcterms:W3CDTF">2026-10-23T07:45:11Z</dcterms:modified>
  <dc:creator>Team Q-matrix (VTU-QFF-HC-0024)</dc:creator>
  <dc:subject>Qiskit Fall Fest 2026 · agent-reviewed quantum learning platform</dc:subject>
  <cp:keywords>Qiskit, quantum education, BKT, NVIDIA, Q-matrix, Quantum Space</cp:keywords>
</cp:coreProperties>
</file>